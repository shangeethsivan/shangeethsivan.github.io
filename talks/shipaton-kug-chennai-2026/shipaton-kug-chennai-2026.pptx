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Vanakkam. Indha card-ah vechi vidunga.</a:t>
            </a:r>
          </a:p>
          <a:p>
            <a:r>
              <a:t>Leave the card up. The art already names the talk, Shangeeth Sivan, and KUG Chennai. Do not read a second title over it.</a:t>
            </a:r>
          </a:p>
          <a:p>
            <a:r>
              <a:t>https://luma.com/mprx0ocg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Build panna theriyum. Pay vaangardhu dhaan kashtam. Adhukku resilience venum.</a:t>
            </a:r>
          </a:p>
          <a:p>
            <a:r>
              <a:t>Vibe coding is easy. Getting someone to pay takes resilience.</a:t>
            </a:r>
          </a:p>
          <a:p>
            <a:r>
              <a:t>Ask people just out of college to take YC Startup School (free, online). Say “early Startup School lessons.” Do not invent a lesson number.</a:t>
            </a:r>
          </a:p>
          <a:p>
            <a:r>
              <a:t>https://www.startupschool.org/</a:t>
            </a:r>
          </a:p>
          <a:p>
            <a:r>
              <a:t>https://www.youtube.com/watch?v=BUE-icVYRFU</a:t>
            </a:r>
          </a:p>
          <a:p>
            <a:r>
              <a:t>https://www.youtube.com/watch?v=BJjsfNO5JTo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Startup School free. Online. YC. Early lessons-ah use pannunga. Lesson number invent pannaathinga.</a:t>
            </a:r>
          </a:p>
          <a:p>
            <a:r>
              <a:t>Take Y Combinator Startup School. Free. Online. Say early lessons. Do not invent a lesson number.</a:t>
            </a:r>
          </a:p>
          <a:p>
            <a:r>
              <a:t>https://www.startupschool.org/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Periya team venam. Months venam. Ad budget-um venam.</a:t>
            </a:r>
          </a:p>
          <a:p>
            <a:r>
              <a:t>Credit Sanjeev NC, DevFest 2024 for the tiny-team, no-ad-budget, ship-before-polish point. Super Meme is the spoken example — inspiration only. No revenue, ARR, or size claims. Same for DroidClaw.</a:t>
            </a:r>
          </a:p>
          <a:p>
            <a:r>
              <a:t>https://supermeme.ai/</a:t>
            </a:r>
          </a:p>
          <a:p>
            <a:r>
              <a:t>https://droidclaw.ai/</a:t>
            </a:r>
          </a:p>
          <a:p>
            <a:r>
              <a:t>Do not invent a YouTube id for Sanjeev's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Instagram venam. Oru problem. Konjam per. Adhu pothum.</a:t>
            </a:r>
          </a:p>
          <a:p>
            <a:r>
              <a:t>These are small products. Also: word game, quiz, browser game, PDF utilities, expense widget, social scheduling, inventory, booking reminders, productivity dashboards, Android performance report, API testing, log analysis.</a:t>
            </a:r>
          </a:p>
          <a:p>
            <a:r>
              <a:t>Illustrative monetization: paid levels, one-time, credits, subscription, hosted plan, license.</a:t>
            </a:r>
          </a:p>
          <a:p>
            <a:r>
              <a:t>https://luma.com/mprx0ocg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Puthiya invention venam. Oru job. Oru price. Adhu pothum.</a:t>
            </a:r>
          </a:p>
          <a:p>
            <a:r>
              <a:t>Maaa is a Mac notch reminder. Pro is $2.99 once for two computers. https://www.maaa.app/</a:t>
            </a:r>
          </a:p>
          <a:p>
            <a:r>
              <a:t>Lucky Charm hangs a charm on the desktop. https://luckycharm.kraftostech.com/</a:t>
            </a:r>
          </a:p>
          <a:p>
            <a:r>
              <a:t>Carrd is one-page sites. https://carrd.co/</a:t>
            </a:r>
          </a:p>
          <a:p>
            <a:r>
              <a:t>No revenue or popularity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Copycat-nu ninaikadheenga. Better version pothum. Market already irukku.</a:t>
            </a:r>
          </a:p>
          <a:p>
            <a:r>
              <a:t>DunSocial is one more scheduler in a market that already has them. Public list price is $20/month — not a success claim. https://www.dunsocial.com/</a:t>
            </a:r>
          </a:p>
          <a:p>
            <a:r>
              <a:t>The owner talked to the founder, who did not want an interview. What he did say: people trust you when you solve a problem, and he studies competitors.</a:t>
            </a:r>
          </a:p>
          <a:p>
            <a:r>
              <a:t>The easiest test of a market is to ship a better version of something that already exists. Do not put a like count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Oru job. Ivanga already therinjavanga. Inspiration dhaan.</a:t>
            </a:r>
          </a:p>
          <a:p>
            <a:r>
              <a:t>Raycast is a launcher. https://www.raycast.com/</a:t>
            </a:r>
          </a:p>
          <a:p>
            <a:r>
              <a:t>Photopea is a browser photo editor. https://www.photopea.com/</a:t>
            </a:r>
          </a:p>
          <a:p>
            <a:r>
              <a:t>Gumroad is a store for files and memberships. https://gumroad.com/</a:t>
            </a:r>
          </a:p>
          <a:p>
            <a:r>
              <a:t>Screenshots are from the live sites. Inspiration only — no revenue, user-count, or success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First product. Game, charm, oru chinna app. Oruthan finish panna mudiyumnu irukanum.</a:t>
            </a:r>
          </a:p>
          <a:p>
            <a:r>
              <a:t>The first part of the recipe is something one person can finish. Examples stay the ones already named.</a:t>
            </a:r>
          </a:p>
          <a:p>
            <a:r>
              <a:t>https://www.maaa.app/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Oru price. Oru checkout. Adhu dhaan payment.</a:t>
            </a:r>
          </a:p>
          <a:p>
            <a:r>
              <a:t>Prices are examples. Razorpay: https://razorpay.com/docs/</a:t>
            </a:r>
          </a:p>
          <a:p>
            <a:r>
              <a:t>Stripe where available. Crowdfunding is not guaranteed 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Analytics-ku oru tool pothum. Ella logo-um venam.</a:t>
            </a:r>
          </a:p>
          <a:p>
            <a:r>
              <a:t>PostHog: https://posthog.com/</a:t>
            </a:r>
          </a:p>
          <a:p>
            <a:r>
              <a:t>Also name Plausible, Firebase Analytics, and Mixpanel, and say pick one.</a:t>
            </a:r>
          </a:p>
          <a:p>
            <a:r>
              <a:t>Track visitors, activation, retention, paid conversion, churn.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Support-ku Discord pothum. Periya team venam.</a:t>
            </a:r>
          </a:p>
          <a:p>
            <a:r>
              <a:t>Discord, email, or GitHub Discussions. Nobody needs a support org.</a:t>
            </a:r>
          </a:p>
          <a:p>
            <a:r>
              <a:t>https://discord.com/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Like count customer illa. Problem solve panna, people trust pannuvaanga.</a:t>
            </a:r>
          </a:p>
          <a:p>
            <a:r>
              <a:t>The owner's DunSocial observation, spoken lightly: posts he saw had about 5 or 10 likes. The projected line is the lesson, not the number.</a:t>
            </a:r>
          </a:p>
          <a:p>
            <a:r>
              <a:t>https://www.dunsocial.com/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Innoru feature kedayadhu. First paying customer dhaan matter. Simple-nu ninaichu GitHub-la vechutaanga.</a:t>
            </a:r>
          </a:p>
          <a:p>
            <a:r>
              <a:t>Talk to customers. Show pricing early. Preorders. Paid pilot. Clear refund and delivery policy.</a:t>
            </a:r>
          </a:p>
          <a:p>
            <a:r>
              <a:t>Validate demand. Smallest version someone will pay for. Turn the product into a business. Organic growth. An exit is possible later on https://acquire.com/</a:t>
            </a:r>
          </a:p>
          <a:p>
            <a:r>
              <a:t>Prices are examples. Razorpay: https://razorpay.com/docs/</a:t>
            </a:r>
          </a:p>
          <a:p>
            <a:r>
              <a:t>Stripe where available. Crowdfunding is not guaranteed 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Anju per ₹199 kudutha, almost thousand. Gross idhu — tax, fees illa. PMF illa, willingness to pay.</a:t>
            </a:r>
          </a:p>
          <a:p>
            <a:r>
              <a:t>7-step path: painful problem → smallest useful solution → landing + pricing → payment method → share → measure → improve from behavior.</a:t>
            </a:r>
          </a:p>
          <a:p>
            <a:r>
              <a:t>Loop: Launch → Analytics → Feedback → Improvements → Retention → Revenue.</a:t>
            </a:r>
          </a:p>
          <a:p>
            <a:r>
              <a:t>PostHog, Firebase Analytics, Mixpanel, Plausible, Discord, GitHub Discussions, email, X, LinkedIn, Reddit, Product Hunt, YouTube, Instagram, SEO, Sentry, Crashlytics. Nobody needs every tool.</a:t>
            </a:r>
          </a:p>
          <a:p>
            <a:r>
              <a:t>Payment is evidence someone will pay. It is not product-market fit.</a:t>
            </a:r>
          </a:p>
          <a:p>
            <a:r>
              <a:t>https://razorpay.com/docs/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Team venum-na team. Solo-va irundha, solo. Build anything. Ship something.</a:t>
            </a:r>
          </a:p>
          <a:p>
            <a:r>
              <a:t>Individuals and teams. New ideas and existing products. Any stack. Any policy-compliant payment provider.</a:t>
            </a:r>
          </a:p>
          <a:p>
            <a:r>
              <a:t>RevenueCat is a Luma collaborator, not a requirement. A workable way to charge counts. Big revenue during the event is not required.</a:t>
            </a:r>
          </a:p>
          <a:p>
            <a:r>
              <a:t>https://luma.com/mprx0ocg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Sheet-la fill pannunga. Review Ready-ku maathunga. Organizers dhaan paathu review pannuvaanga.</a:t>
            </a:r>
          </a:p>
          <a:p>
            <a:r>
              <a:t>Sheet: https://docs.google.com/spreadsheets/d/1DZ7OSphlY8llxWisVc_FcLGeu9Psj_fvfxR2F7ohxcM/edit?usp=sharing</a:t>
            </a:r>
          </a:p>
          <a:p>
            <a:r>
              <a:t>Columns: Product Name, Creator / Team, Product Category, Demo / Product URL, Repository URL, Monetization Model, Payment Integration, Deployment Status, Review Status, Production Ready by Thursday, Notes.</a:t>
            </a:r>
          </a:p>
          <a:p>
            <a:r>
              <a:t>Workflow: fill the sheet, update URLs, the participant sets Review Status to Review Ready, organizers review. Review Ready is not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Thursday-kku live aaganum. Review Ready-na ‘paathu videoonga.’ Production Ready-na users use panna ready.</a:t>
            </a:r>
          </a:p>
          <a:p>
            <a:r>
              <a:t>Say Thursday. Do not print a calendar date.</a:t>
            </a:r>
          </a:p>
          <a:p>
            <a:r>
              <a:t>Production Ready by Thursday = deployed and usable. Review Ready = please review.</a:t>
            </a:r>
          </a:p>
          <a:p>
            <a:r>
              <a:t>Checklist: production URL; core flow works; usable onboarding; no critical blockers; a clear way to charge; payment flow works when they charge; basic analytics or feedback; enough for organizers to test.</a:t>
            </a:r>
          </a:p>
          <a:p>
            <a:r>
              <a:t>Extra DevFest prize eligibility, not an automatic win.</a:t>
            </a:r>
          </a:p>
          <a:p>
            <a:r>
              <a:t>https://luma.com/mprx0ocg</a:t>
            </a:r>
          </a:p>
          <a:p>
            <a:r>
              <a:t>https://devfest.gdgchennai.in/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Ship pannunga. Review aaganum. Ticket-na bonus — guarantee illa.</a:t>
            </a:r>
          </a:p>
          <a:p>
            <a:r>
              <a:t>On the slide, attributed to Sam Altman: We're going to see 10 person billion-dollar companies pretty soon.</a:t>
            </a:r>
          </a:p>
          <a:p>
            <a:r>
              <a:t>Fuller reported line: We're going to see 10-person companies with billion-dollar valuations pretty soon.</a:t>
            </a:r>
          </a:p>
          <a:p>
            <a:r>
              <a:t>https://www.forbes.com/sites/michaelashley/2025/02/17/the-future-is-solo-ai-is-creating-billion-dollar-one-person-companies/</a:t>
            </a:r>
          </a:p>
          <a:p>
            <a:r>
              <a:t>Organizers review. Selected winners get DevFest Chennai tickets. Prizes also at DevFest, Sat 17 Oct 2026, IITM Research Park. Thursday production-ready teams are considered for an additional prize — not a guarantee.</a:t>
            </a:r>
          </a:p>
          <a:p>
            <a:r>
              <a:t>Judging themes only: usefulness, execution, UX, monetization potential, real deployment, learning. Do not invent amounts, winner counts, or weights.</a:t>
            </a:r>
          </a:p>
          <a:p>
            <a:r>
              <a:t>Close: Don't just build another side project. Build something people can use, ship it to the world, and see if someone is willing to pay for it.</a:t>
            </a:r>
          </a:p>
          <a:p>
            <a:r>
              <a:t>https://devfest.gdgchennai.in/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Indha banner-ah vechi vidunga. Scan panna mudiyala-na DevFest site-ku point pannunga.</a:t>
            </a:r>
          </a:p>
          <a:p>
            <a:r>
              <a:t>KUG community-partner art. Full image, no crop, no overlay, no second QR drawn on top.</a:t>
            </a:r>
          </a:p>
          <a:p>
            <a:r>
              <a:t>The on-art QR did not decode in our check. Use https://devfest.gdgchennai.in/ — do not invent another.</a:t>
            </a:r>
          </a:p>
          <a:p>
            <a:r>
              <a:t>Don't just build another side project. Build something people can use, ship it to the world, and see if someone is willing to pay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hipaton-titl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What's stopping us from getting paid?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We know how to build.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48225" y="5349240"/>
            <a:ext cx="30952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48225" y="5385816"/>
            <a:ext cx="30952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Getting paid takes resilience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Take Startup School.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Free. Online. From YC.</a:t>
            </a:r>
          </a:p>
        </p:txBody>
      </p:sp>
      <p:pic>
        <p:nvPicPr>
          <p:cNvPr id="5" name="Picture 4" descr="startup-school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33172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D1D1F"/>
                </a:solidFill>
                <a:latin typeface="Calibri"/>
              </a:rPr>
              <a:t>You don't need a big team.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Or months. Or an ad budget.</a:t>
            </a:r>
          </a:p>
        </p:txBody>
      </p:sp>
      <p:pic>
        <p:nvPicPr>
          <p:cNvPr id="5" name="Picture 4" descr="shot-superme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191" y="3246120"/>
            <a:ext cx="4023360" cy="1874519"/>
          </a:xfrm>
          <a:prstGeom prst="rect">
            <a:avLst/>
          </a:prstGeom>
        </p:spPr>
      </p:pic>
      <p:pic>
        <p:nvPicPr>
          <p:cNvPr id="6" name="Picture 5" descr="shot-droidcla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8143" y="3246120"/>
            <a:ext cx="4023360" cy="187451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790541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90541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Super Meme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6149" y="5806440"/>
            <a:ext cx="117500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26149" y="5843016"/>
            <a:ext cx="11750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DroidClaw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D1D1F"/>
                </a:solidFill>
                <a:latin typeface="Calibri"/>
              </a:rPr>
              <a:t>You don't need the next Instagram.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375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One problem. A few people.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8831" y="5074920"/>
            <a:ext cx="136702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38831" y="5111496"/>
            <a:ext cx="13670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Puzzle game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70451" y="5074920"/>
            <a:ext cx="184708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70451" y="5111496"/>
            <a:ext cx="1847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Resume formatter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2131" y="5074920"/>
            <a:ext cx="194310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2131" y="5111496"/>
            <a:ext cx="19431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Invoice reminders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9823" y="5074920"/>
            <a:ext cx="146304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9823" y="5111496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CI dashboard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D1D1F"/>
                </a:solidFill>
                <a:latin typeface="Calibri"/>
              </a:rPr>
              <a:t>These already exist.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One job. A real price.</a:t>
            </a:r>
          </a:p>
        </p:txBody>
      </p:sp>
      <p:pic>
        <p:nvPicPr>
          <p:cNvPr id="5" name="Picture 4" descr="shot-maa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075" y="3154680"/>
            <a:ext cx="3246120" cy="1783080"/>
          </a:xfrm>
          <a:prstGeom prst="rect">
            <a:avLst/>
          </a:prstGeom>
        </p:spPr>
      </p:pic>
      <p:pic>
        <p:nvPicPr>
          <p:cNvPr id="6" name="Picture 5" descr="shot-luckychar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2787" y="3154680"/>
            <a:ext cx="3246120" cy="1783080"/>
          </a:xfrm>
          <a:prstGeom prst="rect">
            <a:avLst/>
          </a:prstGeom>
        </p:spPr>
      </p:pic>
      <p:pic>
        <p:nvPicPr>
          <p:cNvPr id="7" name="Picture 6" descr="shot-car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3499" y="3154680"/>
            <a:ext cx="3246120" cy="1783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04791" y="580644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791" y="584301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Maaa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64327" y="5806440"/>
            <a:ext cx="136702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4327" y="5843016"/>
            <a:ext cx="13670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Lucky Charm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95947" y="5806440"/>
            <a:ext cx="79095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95947" y="5843016"/>
            <a:ext cx="7909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Carrd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D1D1F"/>
                </a:solidFill>
                <a:latin typeface="Calibri"/>
              </a:rPr>
              <a:t>You don't have to invent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A better version is enough.</a:t>
            </a:r>
          </a:p>
        </p:txBody>
      </p:sp>
      <p:pic>
        <p:nvPicPr>
          <p:cNvPr id="5" name="Picture 4" descr="shot-dunso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6967" y="3063240"/>
            <a:ext cx="4937760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D1D1F"/>
                </a:solidFill>
                <a:latin typeface="Calibri"/>
              </a:rPr>
              <a:t>One job. People know these.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A launcher. An editor. A store.</a:t>
            </a:r>
          </a:p>
        </p:txBody>
      </p:sp>
      <p:pic>
        <p:nvPicPr>
          <p:cNvPr id="5" name="Picture 4" descr="shot-rayca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075" y="3154680"/>
            <a:ext cx="3246120" cy="1783080"/>
          </a:xfrm>
          <a:prstGeom prst="rect">
            <a:avLst/>
          </a:prstGeom>
        </p:spPr>
      </p:pic>
      <p:pic>
        <p:nvPicPr>
          <p:cNvPr id="6" name="Picture 5" descr="shot-photope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2787" y="3154680"/>
            <a:ext cx="3246120" cy="1783080"/>
          </a:xfrm>
          <a:prstGeom prst="rect">
            <a:avLst/>
          </a:prstGeom>
        </p:spPr>
      </p:pic>
      <p:pic>
        <p:nvPicPr>
          <p:cNvPr id="7" name="Picture 6" descr="shot-gumroa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3499" y="3154680"/>
            <a:ext cx="3246120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Start with the product.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39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A game, a charm, or a tiny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23560" y="3703320"/>
            <a:ext cx="960120" cy="1417320"/>
          </a:xfrm>
          <a:prstGeom prst="roundRect">
            <a:avLst/>
          </a:prstGeom>
          <a:noFill/>
          <a:ln w="2794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79008" y="3886200"/>
            <a:ext cx="649224" cy="868680"/>
          </a:xfrm>
          <a:prstGeom prst="roundRect">
            <a:avLst/>
          </a:prstGeom>
          <a:noFill/>
          <a:ln w="22860">
            <a:solidFill>
              <a:srgbClr val="1EC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016752" y="4828032"/>
            <a:ext cx="164592" cy="164592"/>
          </a:xfrm>
          <a:prstGeom prst="ellipse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709160" y="4160520"/>
            <a:ext cx="502920" cy="502920"/>
          </a:xfrm>
          <a:prstGeom prst="ellipse">
            <a:avLst/>
          </a:prstGeom>
          <a:noFill/>
          <a:ln w="2540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4956048" y="3767328"/>
            <a:ext cx="0" cy="393192"/>
          </a:xfrm>
          <a:prstGeom prst="line">
            <a:avLst/>
          </a:prstGeom>
          <a:ln w="25400">
            <a:solidFill>
              <a:srgbClr val="1EC8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Then take payment.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39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One price. One checkout.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3794760"/>
            <a:ext cx="2926080" cy="1234440"/>
          </a:xfrm>
          <a:prstGeom prst="roundRect">
            <a:avLst/>
          </a:prstGeom>
          <a:noFill/>
          <a:ln w="2794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617720" y="3794760"/>
            <a:ext cx="2926080" cy="292608"/>
          </a:xfrm>
          <a:prstGeom prst="roundRect">
            <a:avLst/>
          </a:prstGeom>
          <a:solidFill>
            <a:srgbClr val="1EC8E6">
              <a:lumMod val="45000"/>
              <a:lumOff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937760" y="4617720"/>
            <a:ext cx="868680" cy="0"/>
          </a:xfrm>
          <a:prstGeom prst="line">
            <a:avLst/>
          </a:prstGeom>
          <a:ln w="27940">
            <a:solidFill>
              <a:srgbClr val="1EC8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6903720" y="4315968"/>
            <a:ext cx="384048" cy="384048"/>
          </a:xfrm>
          <a:prstGeom prst="ellipse">
            <a:avLst/>
          </a:prstGeom>
          <a:noFill/>
          <a:ln w="2540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838547" y="5806440"/>
            <a:ext cx="107899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38547" y="584301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₹99–₹499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2131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2131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₹199/month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Then watch what they 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39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One analytics tool is enough.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709160" y="3794760"/>
            <a:ext cx="0" cy="1280160"/>
          </a:xfrm>
          <a:prstGeom prst="line">
            <a:avLst/>
          </a:prstGeom>
          <a:ln w="25400">
            <a:solidFill>
              <a:srgbClr val="7C5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709160" y="5074920"/>
            <a:ext cx="2788919" cy="0"/>
          </a:xfrm>
          <a:prstGeom prst="line">
            <a:avLst/>
          </a:prstGeom>
          <a:ln w="25400">
            <a:solidFill>
              <a:srgbClr val="7C5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937760" y="4617720"/>
            <a:ext cx="347472" cy="502920"/>
          </a:xfrm>
          <a:prstGeom prst="roundRect">
            <a:avLst/>
          </a:prstGeom>
          <a:solidFill>
            <a:srgbClr val="1EC8E6">
              <a:lumMod val="65000"/>
              <a:lumOff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23560" y="4297680"/>
            <a:ext cx="347472" cy="777240"/>
          </a:xfrm>
          <a:prstGeom prst="roundRect">
            <a:avLst/>
          </a:prstGeom>
          <a:solidFill>
            <a:srgbClr val="7C5CFF">
              <a:lumMod val="65000"/>
              <a:lumOff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4480560"/>
            <a:ext cx="347472" cy="594360"/>
          </a:xfrm>
          <a:prstGeom prst="roundRect">
            <a:avLst/>
          </a:prstGeom>
          <a:solidFill>
            <a:srgbClr val="1EC8E6">
              <a:lumMod val="65000"/>
              <a:lumOff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95160" y="4023360"/>
            <a:ext cx="347472" cy="1051560"/>
          </a:xfrm>
          <a:prstGeom prst="roundRect">
            <a:avLst/>
          </a:prstGeom>
          <a:solidFill>
            <a:srgbClr val="7C5CFF">
              <a:lumMod val="65000"/>
              <a:lumOff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04357" y="5806440"/>
            <a:ext cx="98298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04357" y="5843016"/>
            <a:ext cx="9829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PostHog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D1D1F"/>
                </a:solidFill>
                <a:latin typeface="Calibri"/>
              </a:rPr>
              <a:t>Then give them a place to talk.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Discord is enough.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3794760"/>
            <a:ext cx="1554480" cy="777240"/>
          </a:xfrm>
          <a:prstGeom prst="roundRect">
            <a:avLst/>
          </a:prstGeom>
          <a:noFill/>
          <a:ln w="2794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0" y="4434840"/>
            <a:ext cx="1554480" cy="658368"/>
          </a:xfrm>
          <a:prstGeom prst="roundRect">
            <a:avLst/>
          </a:prstGeom>
          <a:noFill/>
          <a:ln w="27940">
            <a:solidFill>
              <a:srgbClr val="1EC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83480" y="4069080"/>
            <a:ext cx="164592" cy="164592"/>
          </a:xfrm>
          <a:prstGeom prst="ellipse">
            <a:avLst/>
          </a:prstGeom>
          <a:solidFill>
            <a:srgbClr val="1EC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276088" y="4069080"/>
            <a:ext cx="164592" cy="164592"/>
          </a:xfrm>
          <a:prstGeom prst="ellipse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568696" y="4069080"/>
            <a:ext cx="164592" cy="164592"/>
          </a:xfrm>
          <a:prstGeom prst="ellipse">
            <a:avLst/>
          </a:prstGeom>
          <a:solidFill>
            <a:srgbClr val="1EC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D1D1F"/>
                </a:solidFill>
                <a:latin typeface="Calibri"/>
              </a:rPr>
              <a:t>They stay when you solve the next problem.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Likes are not customers.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D1F"/>
                </a:solidFill>
                <a:latin typeface="Calibri"/>
              </a:rPr>
              <a:t>Your first paying customer beats another feature.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1089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Too simple is why it stays in GitHub.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D1D1F"/>
                </a:solidFill>
                <a:latin typeface="Calibri"/>
              </a:rPr>
              <a:t>Five people × ₹199.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375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Your first ₹1,000.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10915" y="5806440"/>
            <a:ext cx="165506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10915" y="5843016"/>
            <a:ext cx="1655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₹199 extension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30571" y="5806440"/>
            <a:ext cx="107899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0571" y="584301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₹299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4155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4155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₹499/month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9763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09763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Level pack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Build anything. Ship something.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661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Solo or team.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07077" y="544068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07077" y="547725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Game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66613" y="5440680"/>
            <a:ext cx="59893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66613" y="5477256"/>
            <a:ext cx="5989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0137" y="544068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0137" y="547725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Site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89673" y="544068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9673" y="547725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Tool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D1D1F"/>
                </a:solidFill>
                <a:latin typeface="Calibri"/>
              </a:rPr>
              <a:t>One sheet. Set Review Ready.</a:t>
            </a:r>
          </a:p>
        </p:txBody>
      </p:sp>
      <p:pic>
        <p:nvPicPr>
          <p:cNvPr id="4" name="Picture 3" descr="shipaton-sheet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96596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D1D1F"/>
                </a:solidFill>
                <a:latin typeface="Calibri"/>
              </a:rPr>
              <a:t>Thursday. Make it live.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68749" y="5257800"/>
            <a:ext cx="107899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68749" y="529437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Deployed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12333" y="5257800"/>
            <a:ext cx="88696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12333" y="5294376"/>
            <a:ext cx="886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Usable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63893" y="5257800"/>
            <a:ext cx="155905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3893" y="5294376"/>
            <a:ext cx="15590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Payments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Ship it. Get reviewed.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D1D1F"/>
                </a:solidFill>
                <a:latin typeface="Calibri"/>
              </a:rPr>
              <a:t>We're going to see 10 person billion-dollar companies pretty soon.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E6E73"/>
                </a:solidFill>
                <a:latin typeface="Calibri"/>
              </a:rPr>
              <a:t>Sam Altman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20309" y="5257800"/>
            <a:ext cx="175107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20309" y="5294376"/>
            <a:ext cx="17510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DevFest tickets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ug-chennai-bann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