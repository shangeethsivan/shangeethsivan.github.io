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Build panna theriyum. Pay vaangardhu dhaan kashtam. Adhukku resilience venum.</a:t>
            </a:r>
          </a:p>
          <a:p>
            <a:r>
              <a:t>Vibe coding is easy. Getting someone to pay takes resilience.</a:t>
            </a:r>
          </a:p>
          <a:p>
            <a:r>
              <a:t>Ask people just out of college to take YC Startup School (free, online). Say “early Startup School lessons.” Do not invent a lesson number.</a:t>
            </a:r>
          </a:p>
          <a:p>
            <a:r>
              <a:t>https://www.startupschool.org/</a:t>
            </a:r>
          </a:p>
          <a:p>
            <a:r>
              <a:t>https://www.youtube.com/watch?v=BUE-icVYRFU</a:t>
            </a:r>
          </a:p>
          <a:p>
            <a:r>
              <a:t>https://www.youtube.com/watch?v=BJjsfNO5JTo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Periya team venam. Months venam. Ad budget-um venam.</a:t>
            </a:r>
          </a:p>
          <a:p>
            <a:r>
              <a:t>Credit Sanjeev NC, DevFest 2024 for the tiny-team, no-ad-budget, ship-before-polish point. Super Meme is the spoken example — inspiration only. No revenue, ARR, or size claims. Same for DroidClaw.</a:t>
            </a:r>
          </a:p>
          <a:p>
            <a:r>
              <a:t>https://supermeme.ai/</a:t>
            </a:r>
          </a:p>
          <a:p>
            <a:r>
              <a:t>https://droidclaw.ai/</a:t>
            </a:r>
          </a:p>
          <a:p>
            <a:r>
              <a:t>Do not invent a YouTube id for Sanjeev's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Instagram venam. Oru problem. Konjam per. Adhu pothum.</a:t>
            </a:r>
          </a:p>
          <a:p>
            <a:r>
              <a:t>These are small products. Also: word game, quiz, browser game, PDF utilities, expense widget, social scheduling, inventory, booking reminders, productivity dashboards, Android performance report, API testing, log analysis.</a:t>
            </a:r>
          </a:p>
          <a:p>
            <a:r>
              <a:t>Illustrative monetization: paid levels, one-time, credits, subscription, hosted plan, license.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Innoru feature kedayadhu. First paying customer dhaan matter. Simple-nu ninaichu GitHub-la vechutaanga.</a:t>
            </a:r>
          </a:p>
          <a:p>
            <a:r>
              <a:t>Talk to customers. Show pricing early. Preorders. Paid pilot. Clear refund and delivery policy.</a:t>
            </a:r>
          </a:p>
          <a:p>
            <a:r>
              <a:t>Validate demand. Smallest version someone will pay for. Turn the product into a business. Organic growth. An exit is possible later on https://acquire.com/</a:t>
            </a:r>
          </a:p>
          <a:p>
            <a:r>
              <a:t>Prices are examples. Razorpay: https://razorpay.com/docs/</a:t>
            </a:r>
          </a:p>
          <a:p>
            <a:r>
              <a:t>Stripe where available. Crowdfunding is not guaranteed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Anju per ₹199 kudutha, almost thousand. Gross idhu — tax, fees illa. PMF illa, willingness to pay.</a:t>
            </a:r>
          </a:p>
          <a:p>
            <a:r>
              <a:t>7-step path: painful problem → smallest useful solution → landing + pricing → payment method → share → measure → improve from behavior.</a:t>
            </a:r>
          </a:p>
          <a:p>
            <a:r>
              <a:t>Loop: Launch → Analytics → Feedback → Improvements → Retention → Revenue.</a:t>
            </a:r>
          </a:p>
          <a:p>
            <a:r>
              <a:t>PostHog, Firebase Analytics, Mixpanel, Plausible, Discord, GitHub Discussions, email, X, LinkedIn, Reddit, Product Hunt, YouTube, Instagram, SEO, Sentry, Crashlytics. Nobody needs every tool.</a:t>
            </a:r>
          </a:p>
          <a:p>
            <a:r>
              <a:t>Payment is evidence someone will pay. It is not product-market fit.</a:t>
            </a:r>
          </a:p>
          <a:p>
            <a:r>
              <a:t>https://razorpay.com/docs/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Team venum-na team. Solo-va irundha, solo. Build anything. Ship something.</a:t>
            </a:r>
          </a:p>
          <a:p>
            <a:r>
              <a:t>Individuals and teams. New ideas and existing products. Any stack. Any policy-compliant payment provider.</a:t>
            </a:r>
          </a:p>
          <a:p>
            <a:r>
              <a:t>RevenueCat is a Luma collaborator, not a requirement. A workable way to charge counts. Big revenue during the event is not required.</a:t>
            </a:r>
          </a:p>
          <a:p>
            <a:r>
              <a:t>https://luma.com/mprx0ocg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Sheet-la fill pannunga. Review Ready-ku maathunga. Organizers dhaan paathu review pannuvaanga.</a:t>
            </a:r>
          </a:p>
          <a:p>
            <a:r>
              <a:t>Sheet: https://docs.google.com/spreadsheets/d/1DZ7OSphlY8llxWisVc_FcLGeu9Psj_fvfxR2F7ohxcM/edit?usp=sharing</a:t>
            </a:r>
          </a:p>
          <a:p>
            <a:r>
              <a:t>Columns: Product Name, Creator / Team, Product Category, Demo / Product URL, Repository URL, Monetization Model, Payment Integration, Deployment Status, Review Status, Production Ready by Thursday, Notes.</a:t>
            </a:r>
          </a:p>
          <a:p>
            <a:r>
              <a:t>Workflow: fill the sheet, update URLs, the participant sets Review Status to Review Ready, organizers review. Review Ready is not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Thursday-kku live aaganum. Review Ready-na ‘paathu videoonga.’ Production Ready-na users use panna ready.</a:t>
            </a:r>
          </a:p>
          <a:p>
            <a:r>
              <a:t>Say Thursday. Do not print a calendar date.</a:t>
            </a:r>
          </a:p>
          <a:p>
            <a:r>
              <a:t>Production Ready by Thursday = deployed and usable. Review Ready = please review.</a:t>
            </a:r>
          </a:p>
          <a:p>
            <a:r>
              <a:t>Checklist: production URL; core flow works; usable onboarding; no critical blockers; a clear way to charge; payment flow works when they charge; basic analytics or feedback; enough for organizers to test.</a:t>
            </a:r>
          </a:p>
          <a:p>
            <a:r>
              <a:t>Extra DevFest prize eligibility, not an automatic win.</a:t>
            </a:r>
          </a:p>
          <a:p>
            <a:r>
              <a:t>https://luma.com/mprx0ocg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Ship pannunga. Review aaganum. Ticket-na bonus — guarantee illa.</a:t>
            </a:r>
          </a:p>
          <a:p>
            <a:r>
              <a:t>On the slide, attributed to Sam Altman: We're going to see 10 person billion-dollar companies pretty soon.</a:t>
            </a:r>
          </a:p>
          <a:p>
            <a:r>
              <a:t>Fuller reported line: We're going to see 10-person companies with billion-dollar valuations pretty soon.</a:t>
            </a:r>
          </a:p>
          <a:p>
            <a:r>
              <a:t>https://www.forbes.com/sites/michaelashley/2025/02/17/the-future-is-solo-ai-is-creating-billion-dollar-one-person-companies/</a:t>
            </a:r>
          </a:p>
          <a:p>
            <a:r>
              <a:t>Organizers review. Selected winners get DevFest Chennai tickets. Prizes also at DevFest, Sat 17 Oct 2026, IITM Research Park. Thursday production-ready teams are considered for an additional prize — not a guarantee.</a:t>
            </a:r>
          </a:p>
          <a:p>
            <a:r>
              <a:t>Judging themes only: usefulness, execution, UX, monetization potential, real deployment, learning. Do not invent amounts, winner counts, or weights.</a:t>
            </a:r>
          </a:p>
          <a:p>
            <a:r>
              <a:t>Close: Don't just build another side project. Build something people can use, ship it to the world, and see if someone is willing to pay for it.</a:t>
            </a:r>
          </a:p>
          <a:p>
            <a:r>
              <a:t>https://devfest.gdgchennai.in/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Tanglish: Banner-ah vechi vidunga. DevFest-ku point pannunga. QR invent pannaathinga.</a:t>
            </a:r>
          </a:p>
          <a:p>
            <a:r>
              <a:t>Leave the banner up. Point people to DevFest.</a:t>
            </a:r>
          </a:p>
          <a:p>
            <a:r>
              <a:t>https://devfest.gdgchennai.in/</a:t>
            </a:r>
          </a:p>
          <a:p>
            <a:r>
              <a:t>https://devfest.gdgchennai.in/banner/main.webp</a:t>
            </a:r>
          </a:p>
          <a:p>
            <a:r>
              <a:t>Don't just build another side project. Build something people can use, ship it to the world, and see if someone is willing to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What's stopping us from getting paid?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20439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E6E73"/>
                </a:solidFill>
                <a:latin typeface="Calibri"/>
              </a:rPr>
              <a:t>We know how to build.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8225" y="5806440"/>
            <a:ext cx="30952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8225" y="5843016"/>
            <a:ext cx="30952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Getting paid takes resilience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D1D1F"/>
                </a:solidFill>
                <a:latin typeface="Calibri"/>
              </a:rPr>
              <a:t>You don't need a big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6E6E73"/>
                </a:solidFill>
                <a:latin typeface="Calibri"/>
              </a:rPr>
              <a:t>Or months. Or an ad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Super Meme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5806440"/>
            <a:ext cx="117500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12848" y="5843016"/>
            <a:ext cx="11750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DroidClaw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D1D1F"/>
                </a:solidFill>
                <a:latin typeface="Calibri"/>
              </a:rPr>
              <a:t>You don't need the next Instagram.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E6E73"/>
                </a:solidFill>
                <a:latin typeface="Calibri"/>
              </a:rPr>
              <a:t>One problem. A few people.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831" y="5806440"/>
            <a:ext cx="136702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38831" y="5843016"/>
            <a:ext cx="13670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Puzzle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0451" y="5806440"/>
            <a:ext cx="184708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70451" y="5843016"/>
            <a:ext cx="1847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Resume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2131" y="5806440"/>
            <a:ext cx="194310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2131" y="5843016"/>
            <a:ext cx="19431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Invoice reminders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9823" y="5806440"/>
            <a:ext cx="1463040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9823" y="584301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CI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D1D1F"/>
                </a:solidFill>
                <a:latin typeface="Calibri"/>
              </a:rPr>
              <a:t>Your first paying customer beats another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6E6E73"/>
                </a:solidFill>
                <a:latin typeface="Calibri"/>
              </a:rPr>
              <a:t>Too simple is why it stays in GitHub.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₹99–₹499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0824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0824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₹199/month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Freemium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D1D1F"/>
                </a:solidFill>
                <a:latin typeface="Calibri"/>
              </a:rPr>
              <a:t>Five people × ₹199.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20439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E6E73"/>
                </a:solidFill>
                <a:latin typeface="Calibri"/>
              </a:rPr>
              <a:t>Your first ₹1,000.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0915" y="5806440"/>
            <a:ext cx="165506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10915" y="5843016"/>
            <a:ext cx="1655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₹199 extension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0571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0571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₹299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4155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₹499/month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9763" y="5806440"/>
            <a:ext cx="127101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9763" y="5843016"/>
            <a:ext cx="1271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Level pack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D1D1F"/>
                </a:solidFill>
                <a:latin typeface="Calibri"/>
              </a:rPr>
              <a:t>Build anything. Ship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20439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E6E73"/>
                </a:solidFill>
                <a:latin typeface="Calibri"/>
              </a:rPr>
              <a:t>Solo or team.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7077" y="580644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07077" y="584301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6613" y="5806440"/>
            <a:ext cx="59893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66613" y="5843016"/>
            <a:ext cx="5989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0137" y="580644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0137" y="584301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9673" y="5806440"/>
            <a:ext cx="694944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9673" y="5843016"/>
            <a:ext cx="6949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Tool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D1D1F"/>
                </a:solidFill>
                <a:latin typeface="Calibri"/>
              </a:rPr>
              <a:t>One sheet. Set Review Ready.</a:t>
            </a:r>
          </a:p>
        </p:txBody>
      </p:sp>
      <p:pic>
        <p:nvPicPr>
          <p:cNvPr id="4" name="Picture 3" descr="shipaton-shee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D1D1F"/>
                </a:solidFill>
                <a:latin typeface="Calibri"/>
              </a:rPr>
              <a:t>Thursday. Make it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8749" y="5806440"/>
            <a:ext cx="107899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68749" y="584301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Deployed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2333" y="5806440"/>
            <a:ext cx="886968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12333" y="5843016"/>
            <a:ext cx="886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Usable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3893" y="5806440"/>
            <a:ext cx="1559052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3893" y="5843016"/>
            <a:ext cx="15590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Payments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D1D1F"/>
                </a:solidFill>
                <a:latin typeface="Calibri"/>
              </a:rPr>
              <a:t>Ship it. Get reviewed.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424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1D1F"/>
                </a:solidFill>
                <a:latin typeface="Calibri"/>
              </a:rPr>
              <a:t>We're going to see 10 person billion-dollar companies pretty soon.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E6E73"/>
                </a:solidFill>
                <a:latin typeface="Calibri"/>
              </a:rPr>
              <a:t>Sam Altman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5806440"/>
            <a:ext cx="1751076" cy="384048"/>
          </a:xfrm>
          <a:prstGeom prst="round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43016"/>
            <a:ext cx="17510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  <a:latin typeface="Calibri"/>
              </a:rPr>
              <a:t>DevFest tickets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mp8he0v5z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76"/>
            <a:ext cx="12191695" cy="60958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